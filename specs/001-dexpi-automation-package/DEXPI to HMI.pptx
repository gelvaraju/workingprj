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147376614" r:id="rId2"/>
    <p:sldId id="2147376615" r:id="rId3"/>
    <p:sldId id="214737661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, Gelvaraju (FT D AA IN DASS HMI-RT WCC-URT1)" userId="be39a056-27e4-46ad-b285-96414e933875" providerId="ADAL" clId="{BBF7773A-ABA9-4B41-921C-286A73054C6A}"/>
    <pc:docChg chg="delSld modSld delMainMaster">
      <pc:chgData name="G, Gelvaraju (FT D AA IN DASS HMI-RT WCC-URT1)" userId="be39a056-27e4-46ad-b285-96414e933875" providerId="ADAL" clId="{BBF7773A-ABA9-4B41-921C-286A73054C6A}" dt="2025-05-21T14:13:31.601" v="64" actId="20577"/>
      <pc:docMkLst>
        <pc:docMk/>
      </pc:docMkLst>
      <pc:sldChg chg="del">
        <pc:chgData name="G, Gelvaraju (FT D AA IN DASS HMI-RT WCC-URT1)" userId="be39a056-27e4-46ad-b285-96414e933875" providerId="ADAL" clId="{BBF7773A-ABA9-4B41-921C-286A73054C6A}" dt="2025-05-21T14:12:58.840" v="4" actId="47"/>
        <pc:sldMkLst>
          <pc:docMk/>
          <pc:sldMk cId="4043657164" sldId="256"/>
        </pc:sldMkLst>
      </pc:sldChg>
      <pc:sldChg chg="del">
        <pc:chgData name="G, Gelvaraju (FT D AA IN DASS HMI-RT WCC-URT1)" userId="be39a056-27e4-46ad-b285-96414e933875" providerId="ADAL" clId="{BBF7773A-ABA9-4B41-921C-286A73054C6A}" dt="2025-05-21T14:12:58.504" v="3" actId="47"/>
        <pc:sldMkLst>
          <pc:docMk/>
          <pc:sldMk cId="3776470980" sldId="600"/>
        </pc:sldMkLst>
      </pc:sldChg>
      <pc:sldChg chg="del">
        <pc:chgData name="G, Gelvaraju (FT D AA IN DASS HMI-RT WCC-URT1)" userId="be39a056-27e4-46ad-b285-96414e933875" providerId="ADAL" clId="{BBF7773A-ABA9-4B41-921C-286A73054C6A}" dt="2025-05-21T14:12:52.423" v="0" actId="47"/>
        <pc:sldMkLst>
          <pc:docMk/>
          <pc:sldMk cId="1158257041" sldId="1193"/>
        </pc:sldMkLst>
      </pc:sldChg>
      <pc:sldChg chg="del">
        <pc:chgData name="G, Gelvaraju (FT D AA IN DASS HMI-RT WCC-URT1)" userId="be39a056-27e4-46ad-b285-96414e933875" providerId="ADAL" clId="{BBF7773A-ABA9-4B41-921C-286A73054C6A}" dt="2025-05-21T14:12:59.633" v="7" actId="47"/>
        <pc:sldMkLst>
          <pc:docMk/>
          <pc:sldMk cId="2877362607" sldId="1199"/>
        </pc:sldMkLst>
      </pc:sldChg>
      <pc:sldChg chg="del">
        <pc:chgData name="G, Gelvaraju (FT D AA IN DASS HMI-RT WCC-URT1)" userId="be39a056-27e4-46ad-b285-96414e933875" providerId="ADAL" clId="{BBF7773A-ABA9-4B41-921C-286A73054C6A}" dt="2025-05-21T14:12:59.852" v="8" actId="47"/>
        <pc:sldMkLst>
          <pc:docMk/>
          <pc:sldMk cId="207534010" sldId="1200"/>
        </pc:sldMkLst>
      </pc:sldChg>
      <pc:sldChg chg="del">
        <pc:chgData name="G, Gelvaraju (FT D AA IN DASS HMI-RT WCC-URT1)" userId="be39a056-27e4-46ad-b285-96414e933875" providerId="ADAL" clId="{BBF7773A-ABA9-4B41-921C-286A73054C6A}" dt="2025-05-21T14:12:59.355" v="6" actId="47"/>
        <pc:sldMkLst>
          <pc:docMk/>
          <pc:sldMk cId="635155332" sldId="1203"/>
        </pc:sldMkLst>
      </pc:sldChg>
      <pc:sldChg chg="del">
        <pc:chgData name="G, Gelvaraju (FT D AA IN DASS HMI-RT WCC-URT1)" userId="be39a056-27e4-46ad-b285-96414e933875" providerId="ADAL" clId="{BBF7773A-ABA9-4B41-921C-286A73054C6A}" dt="2025-05-21T14:12:53.217" v="1" actId="47"/>
        <pc:sldMkLst>
          <pc:docMk/>
          <pc:sldMk cId="1409957083" sldId="2147376608"/>
        </pc:sldMkLst>
      </pc:sldChg>
      <pc:sldChg chg="del">
        <pc:chgData name="G, Gelvaraju (FT D AA IN DASS HMI-RT WCC-URT1)" userId="be39a056-27e4-46ad-b285-96414e933875" providerId="ADAL" clId="{BBF7773A-ABA9-4B41-921C-286A73054C6A}" dt="2025-05-21T14:12:58.053" v="2" actId="47"/>
        <pc:sldMkLst>
          <pc:docMk/>
          <pc:sldMk cId="2936813657" sldId="2147376611"/>
        </pc:sldMkLst>
      </pc:sldChg>
      <pc:sldChg chg="del">
        <pc:chgData name="G, Gelvaraju (FT D AA IN DASS HMI-RT WCC-URT1)" userId="be39a056-27e4-46ad-b285-96414e933875" providerId="ADAL" clId="{BBF7773A-ABA9-4B41-921C-286A73054C6A}" dt="2025-05-21T14:12:59.121" v="5" actId="47"/>
        <pc:sldMkLst>
          <pc:docMk/>
          <pc:sldMk cId="1614586060" sldId="2147376613"/>
        </pc:sldMkLst>
      </pc:sldChg>
      <pc:sldChg chg="modSp mod">
        <pc:chgData name="G, Gelvaraju (FT D AA IN DASS HMI-RT WCC-URT1)" userId="be39a056-27e4-46ad-b285-96414e933875" providerId="ADAL" clId="{BBF7773A-ABA9-4B41-921C-286A73054C6A}" dt="2025-05-21T14:13:31.601" v="64" actId="20577"/>
        <pc:sldMkLst>
          <pc:docMk/>
          <pc:sldMk cId="1490217065" sldId="2147376615"/>
        </pc:sldMkLst>
        <pc:spChg chg="mod">
          <ac:chgData name="G, Gelvaraju (FT D AA IN DASS HMI-RT WCC-URT1)" userId="be39a056-27e4-46ad-b285-96414e933875" providerId="ADAL" clId="{BBF7773A-ABA9-4B41-921C-286A73054C6A}" dt="2025-05-21T14:13:31.601" v="64" actId="20577"/>
          <ac:spMkLst>
            <pc:docMk/>
            <pc:sldMk cId="1490217065" sldId="2147376615"/>
            <ac:spMk id="2" creationId="{01637E12-28D2-117D-E292-373D4826F2D0}"/>
          </ac:spMkLst>
        </pc:spChg>
      </pc:sldChg>
      <pc:sldMasterChg chg="del delSldLayout">
        <pc:chgData name="G, Gelvaraju (FT D AA IN DASS HMI-RT WCC-URT1)" userId="be39a056-27e4-46ad-b285-96414e933875" providerId="ADAL" clId="{BBF7773A-ABA9-4B41-921C-286A73054C6A}" dt="2025-05-21T14:12:58.840" v="4" actId="47"/>
        <pc:sldMasterMkLst>
          <pc:docMk/>
          <pc:sldMasterMk cId="3299875121" sldId="2147483713"/>
        </pc:sldMasterMkLst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411072141" sldId="2147483714"/>
          </pc:sldLayoutMkLst>
        </pc:sldLayoutChg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4174561307" sldId="2147483715"/>
          </pc:sldLayoutMkLst>
        </pc:sldLayoutChg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209817398" sldId="2147483716"/>
          </pc:sldLayoutMkLst>
        </pc:sldLayoutChg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2594687852" sldId="2147483717"/>
          </pc:sldLayoutMkLst>
        </pc:sldLayoutChg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4253871069" sldId="2147483718"/>
          </pc:sldLayoutMkLst>
        </pc:sldLayoutChg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4233292311" sldId="2147483719"/>
          </pc:sldLayoutMkLst>
        </pc:sldLayoutChg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105046311" sldId="2147483720"/>
          </pc:sldLayoutMkLst>
        </pc:sldLayoutChg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219600786" sldId="2147483721"/>
          </pc:sldLayoutMkLst>
        </pc:sldLayoutChg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490951165" sldId="2147483722"/>
          </pc:sldLayoutMkLst>
        </pc:sldLayoutChg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1071835747" sldId="2147483723"/>
          </pc:sldLayoutMkLst>
        </pc:sldLayoutChg>
        <pc:sldLayoutChg chg="del">
          <pc:chgData name="G, Gelvaraju (FT D AA IN DASS HMI-RT WCC-URT1)" userId="be39a056-27e4-46ad-b285-96414e933875" providerId="ADAL" clId="{BBF7773A-ABA9-4B41-921C-286A73054C6A}" dt="2025-05-21T14:12:58.840" v="4" actId="47"/>
          <pc:sldLayoutMkLst>
            <pc:docMk/>
            <pc:sldMasterMk cId="3299875121" sldId="2147483713"/>
            <pc:sldLayoutMk cId="273657678" sldId="214748372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7369F64-8526-1F1A-5D6B-10865E0C73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8D582-07F7-A2E4-922B-D5291027FA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003CC-E290-4980-AC43-F08F83C2C7DB}" type="datetime1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4652B-F33B-8903-0F15-C925CAC5E2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C645A-D175-E007-A32D-41808DF3E5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E1151-0303-4D5A-98C6-8BED7083A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2889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2BC68-5163-401F-9E34-B69B30636D66}" type="datetime1">
              <a:rPr lang="en-US" smtClean="0"/>
              <a:t>5/21/2025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4420A-9D0A-47F2-A398-ACF96207E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3708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670C6E6A-0191-4020-A084-BB23C7AE6B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984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092D1760-10AA-43FB-AC0B-074FF50071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401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BC293230-94BC-41FA-A2D9-E9259B125F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1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6417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230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95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11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7277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62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077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792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854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506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195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8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372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37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0F638833-9358-4A10-8860-60EC0C65D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11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33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919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368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786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079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007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 Stage">
            <a:extLst>
              <a:ext uri="{FF2B5EF4-FFF2-40B4-BE49-F238E27FC236}">
                <a16:creationId xmlns:a16="http://schemas.microsoft.com/office/drawing/2014/main" id="{A71FD435-3CF0-4700-A204-51B8FECDB0E5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BDD73C6A-6099-483E-9C34-F604024F2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717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A236A90B-8F03-45C0-87DD-5479E8376B64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E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CFA8B97-DE99-4B15-8C8C-3748FA022B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00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40C63E25-48A4-43B2-BEE6-D2FE79309C83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gradFill>
            <a:gsLst>
              <a:gs pos="40000">
                <a:srgbClr val="00FFB9"/>
              </a:gs>
              <a:gs pos="100000">
                <a:srgbClr val="00E6D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EN" dirty="0"/>
          </a:p>
        </p:txBody>
      </p:sp>
      <p:sp>
        <p:nvSpPr>
          <p:cNvPr id="9" name="Color Stage">
            <a:extLst>
              <a:ext uri="{FF2B5EF4-FFF2-40B4-BE49-F238E27FC236}">
                <a16:creationId xmlns:a16="http://schemas.microsoft.com/office/drawing/2014/main" id="{0C524D66-9942-450A-A90F-E7A0CC42EC73}"/>
              </a:ext>
            </a:extLst>
          </p:cNvPr>
          <p:cNvSpPr/>
          <p:nvPr userDrawn="1"/>
        </p:nvSpPr>
        <p:spPr>
          <a:xfrm>
            <a:off x="0" y="1414463"/>
            <a:ext cx="12192000" cy="4752337"/>
          </a:xfrm>
          <a:prstGeom prst="rect">
            <a:avLst/>
          </a:prstGeom>
          <a:gradFill flip="none" rotWithShape="1">
            <a:gsLst>
              <a:gs pos="0">
                <a:srgbClr val="00FFB9"/>
              </a:gs>
              <a:gs pos="100000">
                <a:schemeClr val="bg2">
                  <a:alpha val="0"/>
                </a:schemeClr>
              </a:gs>
              <a:gs pos="40000">
                <a:srgbClr val="00FFB9">
                  <a:alpha val="50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85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940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026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399" y="1414463"/>
            <a:ext cx="11370437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173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015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533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86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632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102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92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847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943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42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734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893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174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84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63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 dirty="0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696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693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9999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882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91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A8C0A65-FABA-4781-9F01-D5455844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2" y="-540000"/>
            <a:ext cx="9863138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457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94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2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Skills etc.</a:t>
            </a:r>
          </a:p>
          <a:p>
            <a:pPr lvl="3"/>
            <a:r>
              <a:rPr lang="en-US" dirty="0"/>
              <a:t>Name etc. sublevel</a:t>
            </a:r>
          </a:p>
          <a:p>
            <a:pPr lvl="4"/>
            <a:r>
              <a:rPr lang="en-US" dirty="0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641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3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F7713-AD01-5B8E-A6DA-FB4C04F0D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1746-5A27-505E-27B2-6F40A759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54" y="208654"/>
            <a:ext cx="9863997" cy="576000"/>
          </a:xfrm>
        </p:spPr>
        <p:txBody>
          <a:bodyPr/>
          <a:lstStyle/>
          <a:p>
            <a:r>
              <a:rPr lang="en-US" sz="2000" dirty="0"/>
              <a:t>Auto HMI Engineering from DEXPI files</a:t>
            </a:r>
            <a:br>
              <a:rPr lang="en-US" sz="1400" dirty="0"/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6B06F-FCCB-2EF2-F1E3-4A3BD59E77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A96E20A-2F5F-D216-512F-3F1D549FFB8D}"/>
              </a:ext>
            </a:extLst>
          </p:cNvPr>
          <p:cNvGrpSpPr/>
          <p:nvPr/>
        </p:nvGrpSpPr>
        <p:grpSpPr>
          <a:xfrm>
            <a:off x="1147649" y="929890"/>
            <a:ext cx="9945865" cy="2283539"/>
            <a:chOff x="1157481" y="1264187"/>
            <a:chExt cx="9945865" cy="2283539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7392B2B-DA7A-EBDE-3ACC-7DB51B83EE26}"/>
                </a:ext>
              </a:extLst>
            </p:cNvPr>
            <p:cNvGrpSpPr/>
            <p:nvPr/>
          </p:nvGrpSpPr>
          <p:grpSpPr>
            <a:xfrm>
              <a:off x="1157481" y="1558857"/>
              <a:ext cx="9945865" cy="1988869"/>
              <a:chOff x="1590101" y="1747391"/>
              <a:chExt cx="9945865" cy="198886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807CE4-A83A-3C64-294A-A47ABCB89E50}"/>
                  </a:ext>
                </a:extLst>
              </p:cNvPr>
              <p:cNvSpPr/>
              <p:nvPr/>
            </p:nvSpPr>
            <p:spPr>
              <a:xfrm>
                <a:off x="1590101" y="3076832"/>
                <a:ext cx="1352201" cy="56472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ctr"/>
                <a:r>
                  <a:rPr lang="en-US" sz="1400" dirty="0"/>
                  <a:t>P&amp;ID drawings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5CF192E-92E7-1584-DFF5-A5994C525CFF}"/>
                  </a:ext>
                </a:extLst>
              </p:cNvPr>
              <p:cNvSpPr/>
              <p:nvPr/>
            </p:nvSpPr>
            <p:spPr>
              <a:xfrm>
                <a:off x="1590101" y="2050160"/>
                <a:ext cx="1352201" cy="575999"/>
              </a:xfrm>
              <a:prstGeom prst="rect">
                <a:avLst/>
              </a:prstGeom>
              <a:ln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ctr"/>
                <a:r>
                  <a:rPr lang="en-US" sz="1400" dirty="0"/>
                  <a:t>DEXPI Files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AAB2AD-6B31-D2E7-6A97-6D9EA4F6D7BB}"/>
                  </a:ext>
                </a:extLst>
              </p:cNvPr>
              <p:cNvSpPr/>
              <p:nvPr/>
            </p:nvSpPr>
            <p:spPr>
              <a:xfrm>
                <a:off x="3615220" y="2061436"/>
                <a:ext cx="1508734" cy="56472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 anchorCtr="0"/>
              <a:lstStyle/>
              <a:p>
                <a:pPr algn="ctr"/>
                <a:r>
                  <a:rPr lang="en-US" sz="1400" dirty="0"/>
                  <a:t>Extract Process components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0E6E5D2-E421-0730-457C-6BD0B6AB73AB}"/>
                  </a:ext>
                </a:extLst>
              </p:cNvPr>
              <p:cNvSpPr/>
              <p:nvPr/>
            </p:nvSpPr>
            <p:spPr>
              <a:xfrm>
                <a:off x="3640389" y="2854604"/>
                <a:ext cx="1483565" cy="56472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 anchorCtr="0"/>
              <a:lstStyle/>
              <a:p>
                <a:pPr algn="ctr"/>
                <a:r>
                  <a:rPr lang="en-US" sz="1400" dirty="0"/>
                  <a:t>Generate I/O tag list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B754A6D-8152-B6F0-69C1-D6496E657BAB}"/>
                  </a:ext>
                </a:extLst>
              </p:cNvPr>
              <p:cNvSpPr/>
              <p:nvPr/>
            </p:nvSpPr>
            <p:spPr>
              <a:xfrm>
                <a:off x="5982022" y="2050160"/>
                <a:ext cx="1483565" cy="56472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 anchorCtr="0"/>
              <a:lstStyle/>
              <a:p>
                <a:pPr algn="ctr"/>
                <a:r>
                  <a:rPr lang="en-US" sz="1400" dirty="0"/>
                  <a:t>Mapping to MTP objects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3C59BF9-3F5E-2188-766D-77992857330D}"/>
                  </a:ext>
                </a:extLst>
              </p:cNvPr>
              <p:cNvSpPr/>
              <p:nvPr/>
            </p:nvSpPr>
            <p:spPr>
              <a:xfrm>
                <a:off x="8254720" y="2081659"/>
                <a:ext cx="1483565" cy="56472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 anchorCtr="0"/>
              <a:lstStyle/>
              <a:p>
                <a:pPr algn="ctr"/>
                <a:r>
                  <a:rPr lang="en-US" sz="1400" dirty="0"/>
                  <a:t>MTP Generator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45FAC92-8D62-B140-5B39-CF4D67D93729}"/>
                  </a:ext>
                </a:extLst>
              </p:cNvPr>
              <p:cNvSpPr/>
              <p:nvPr/>
            </p:nvSpPr>
            <p:spPr>
              <a:xfrm>
                <a:off x="5982022" y="2853001"/>
                <a:ext cx="1483565" cy="56472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 anchorCtr="0"/>
              <a:lstStyle/>
              <a:p>
                <a:pPr algn="ctr"/>
                <a:r>
                  <a:rPr lang="en-US" sz="1400" dirty="0"/>
                  <a:t>Define MTP services</a:t>
                </a: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7CA95728-E6AF-11F6-4766-B871FF52DEA2}"/>
                  </a:ext>
                </a:extLst>
              </p:cNvPr>
              <p:cNvCxnSpPr>
                <a:cxnSpLocks/>
                <a:stCxn id="4" idx="3"/>
                <a:endCxn id="7" idx="1"/>
              </p:cNvCxnSpPr>
              <p:nvPr/>
            </p:nvCxnSpPr>
            <p:spPr>
              <a:xfrm>
                <a:off x="2942302" y="2338160"/>
                <a:ext cx="672918" cy="5638"/>
              </a:xfrm>
              <a:prstGeom prst="straightConnector1">
                <a:avLst/>
              </a:prstGeom>
              <a:ln w="190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4FBB65A5-D9DD-D25E-A0D6-B37E3FE62D03}"/>
                  </a:ext>
                </a:extLst>
              </p:cNvPr>
              <p:cNvCxnSpPr>
                <a:stCxn id="7" idx="3"/>
                <a:endCxn id="17" idx="1"/>
              </p:cNvCxnSpPr>
              <p:nvPr/>
            </p:nvCxnSpPr>
            <p:spPr>
              <a:xfrm flipV="1">
                <a:off x="5123954" y="2332522"/>
                <a:ext cx="858068" cy="11276"/>
              </a:xfrm>
              <a:prstGeom prst="straightConnector1">
                <a:avLst/>
              </a:prstGeom>
              <a:ln w="190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5D4BED7-0AD1-026F-3417-74DD8A8962BF}"/>
                  </a:ext>
                </a:extLst>
              </p:cNvPr>
              <p:cNvCxnSpPr>
                <a:stCxn id="7" idx="3"/>
                <a:endCxn id="27" idx="1"/>
              </p:cNvCxnSpPr>
              <p:nvPr/>
            </p:nvCxnSpPr>
            <p:spPr>
              <a:xfrm>
                <a:off x="5123954" y="2343798"/>
                <a:ext cx="858068" cy="791565"/>
              </a:xfrm>
              <a:prstGeom prst="straightConnector1">
                <a:avLst/>
              </a:prstGeom>
              <a:ln w="190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06817A76-B37B-6B23-B261-0545C09C8D51}"/>
                  </a:ext>
                </a:extLst>
              </p:cNvPr>
              <p:cNvCxnSpPr>
                <a:endCxn id="26" idx="1"/>
              </p:cNvCxnSpPr>
              <p:nvPr/>
            </p:nvCxnSpPr>
            <p:spPr>
              <a:xfrm flipV="1">
                <a:off x="7442860" y="2364021"/>
                <a:ext cx="811860" cy="2631"/>
              </a:xfrm>
              <a:prstGeom prst="straightConnector1">
                <a:avLst/>
              </a:prstGeom>
              <a:ln w="190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903066D-8A95-E16D-E571-277CAF04745B}"/>
                  </a:ext>
                </a:extLst>
              </p:cNvPr>
              <p:cNvSpPr/>
              <p:nvPr/>
            </p:nvSpPr>
            <p:spPr>
              <a:xfrm>
                <a:off x="3401961" y="1747391"/>
                <a:ext cx="2005781" cy="1973644"/>
              </a:xfrm>
              <a:prstGeom prst="rect">
                <a:avLst/>
              </a:prstGeom>
              <a:noFill/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dirty="0"/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1F11860-4DD3-6E32-8109-8AF3EB3D4AE3}"/>
                  </a:ext>
                </a:extLst>
              </p:cNvPr>
              <p:cNvCxnSpPr>
                <a:stCxn id="4" idx="3"/>
                <a:endCxn id="16" idx="1"/>
              </p:cNvCxnSpPr>
              <p:nvPr/>
            </p:nvCxnSpPr>
            <p:spPr>
              <a:xfrm>
                <a:off x="2942302" y="2338160"/>
                <a:ext cx="698087" cy="798806"/>
              </a:xfrm>
              <a:prstGeom prst="straightConnector1">
                <a:avLst/>
              </a:prstGeom>
              <a:ln w="190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A530B33-9736-0EF1-1B3E-7224B1F8EEFE}"/>
                  </a:ext>
                </a:extLst>
              </p:cNvPr>
              <p:cNvSpPr/>
              <p:nvPr/>
            </p:nvSpPr>
            <p:spPr>
              <a:xfrm>
                <a:off x="5747129" y="1762616"/>
                <a:ext cx="2005781" cy="1973644"/>
              </a:xfrm>
              <a:prstGeom prst="rect">
                <a:avLst/>
              </a:prstGeom>
              <a:noFill/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D5AB3B0-F9B0-EC3B-E96A-8EDF9A6E6F17}"/>
                  </a:ext>
                </a:extLst>
              </p:cNvPr>
              <p:cNvSpPr/>
              <p:nvPr/>
            </p:nvSpPr>
            <p:spPr>
              <a:xfrm>
                <a:off x="7987803" y="1747391"/>
                <a:ext cx="2005781" cy="1973644"/>
              </a:xfrm>
              <a:prstGeom prst="rect">
                <a:avLst/>
              </a:prstGeom>
              <a:noFill/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F8F0410-B86F-C910-6C34-04299D6D25A6}"/>
                  </a:ext>
                </a:extLst>
              </p:cNvPr>
              <p:cNvSpPr/>
              <p:nvPr/>
            </p:nvSpPr>
            <p:spPr>
              <a:xfrm>
                <a:off x="10332972" y="2081658"/>
                <a:ext cx="1202994" cy="564723"/>
              </a:xfrm>
              <a:prstGeom prst="rect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 anchorCtr="0"/>
              <a:lstStyle/>
              <a:p>
                <a:pPr algn="ctr"/>
                <a:r>
                  <a:rPr lang="en-US" sz="1400" dirty="0"/>
                  <a:t>MTP Files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5F8DEAF4-FD70-787E-9DD6-D3EED8D6FADA}"/>
                  </a:ext>
                </a:extLst>
              </p:cNvPr>
              <p:cNvCxnSpPr>
                <a:cxnSpLocks/>
                <a:stCxn id="26" idx="3"/>
                <a:endCxn id="48" idx="1"/>
              </p:cNvCxnSpPr>
              <p:nvPr/>
            </p:nvCxnSpPr>
            <p:spPr>
              <a:xfrm flipV="1">
                <a:off x="9738285" y="2364020"/>
                <a:ext cx="594687" cy="1"/>
              </a:xfrm>
              <a:prstGeom prst="straightConnector1">
                <a:avLst/>
              </a:prstGeom>
              <a:ln w="190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B5A74986-45B4-6FD0-E003-EBAFF1748F6F}"/>
                  </a:ext>
                </a:extLst>
              </p:cNvPr>
              <p:cNvCxnSpPr>
                <a:stCxn id="20" idx="0"/>
                <a:endCxn id="4" idx="2"/>
              </p:cNvCxnSpPr>
              <p:nvPr/>
            </p:nvCxnSpPr>
            <p:spPr>
              <a:xfrm flipV="1">
                <a:off x="2266202" y="2626159"/>
                <a:ext cx="0" cy="450673"/>
              </a:xfrm>
              <a:prstGeom prst="straightConnector1">
                <a:avLst/>
              </a:prstGeom>
              <a:ln w="1905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F325D73-B019-9222-CDF7-6DDBD80009B9}"/>
                </a:ext>
              </a:extLst>
            </p:cNvPr>
            <p:cNvSpPr txBox="1"/>
            <p:nvPr/>
          </p:nvSpPr>
          <p:spPr>
            <a:xfrm>
              <a:off x="3649167" y="1319949"/>
              <a:ext cx="1203856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400" dirty="0"/>
                <a:t>Data extraction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E1636DB-AAC7-DCED-EB8F-37B36D122FFA}"/>
                </a:ext>
              </a:extLst>
            </p:cNvPr>
            <p:cNvSpPr txBox="1"/>
            <p:nvPr/>
          </p:nvSpPr>
          <p:spPr>
            <a:xfrm>
              <a:off x="5956552" y="1290570"/>
              <a:ext cx="1114088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400" dirty="0"/>
                <a:t>Data mapping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1853090-CACD-BC29-9D1D-A523581241FE}"/>
                </a:ext>
              </a:extLst>
            </p:cNvPr>
            <p:cNvSpPr txBox="1"/>
            <p:nvPr/>
          </p:nvSpPr>
          <p:spPr>
            <a:xfrm>
              <a:off x="8326446" y="1264626"/>
              <a:ext cx="118936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400" dirty="0"/>
                <a:t>MTP generator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9658C3B-A98E-F81B-449E-76C12C58C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4000" y="1357118"/>
              <a:ext cx="483069" cy="483069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13B33A3D-5A31-F609-FBD6-BE812A28B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3290" y="1277980"/>
              <a:ext cx="483070" cy="49796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A7280D7A-74A0-BDD8-6199-C38AE6FE0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69177" y="2614179"/>
              <a:ext cx="1134168" cy="918322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418691C-654C-9DB9-1C63-B8A9A81D9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21255" y="1264187"/>
              <a:ext cx="533446" cy="576000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9D4C13C-A394-ADDF-CAB3-D7FDA6291F06}"/>
              </a:ext>
            </a:extLst>
          </p:cNvPr>
          <p:cNvGrpSpPr/>
          <p:nvPr/>
        </p:nvGrpSpPr>
        <p:grpSpPr>
          <a:xfrm>
            <a:off x="1128019" y="3806713"/>
            <a:ext cx="10609619" cy="2109571"/>
            <a:chOff x="1128019" y="3806713"/>
            <a:chExt cx="10609619" cy="2109571"/>
          </a:xfrm>
        </p:grpSpPr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B82A2E59-A7AE-EDB3-85DA-E489E43C4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8019" y="3818101"/>
              <a:ext cx="3119404" cy="1927976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7204C55-8022-B140-F5D0-24AE2178C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0156" y="5374833"/>
              <a:ext cx="1455546" cy="320068"/>
            </a:xfrm>
            <a:prstGeom prst="rect">
              <a:avLst/>
            </a:prstGeom>
          </p:spPr>
        </p:pic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FBB5392-AC9A-2F1A-061C-9DA29BDB57F2}"/>
                </a:ext>
              </a:extLst>
            </p:cNvPr>
            <p:cNvGrpSpPr/>
            <p:nvPr/>
          </p:nvGrpSpPr>
          <p:grpSpPr>
            <a:xfrm>
              <a:off x="6194786" y="3806713"/>
              <a:ext cx="2005781" cy="2095014"/>
              <a:chOff x="7916742" y="3591868"/>
              <a:chExt cx="2376136" cy="2345221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8F736F0-B523-F004-8173-10581A44FF9B}"/>
                  </a:ext>
                </a:extLst>
              </p:cNvPr>
              <p:cNvSpPr/>
              <p:nvPr/>
            </p:nvSpPr>
            <p:spPr>
              <a:xfrm>
                <a:off x="7916742" y="3591868"/>
                <a:ext cx="2376136" cy="234522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dirty="0"/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A356BB1F-EEE4-A6C1-E074-437FBCF9B2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48157" y="4116153"/>
                <a:ext cx="1954294" cy="1557080"/>
              </a:xfrm>
              <a:prstGeom prst="rect">
                <a:avLst/>
              </a:prstGeom>
            </p:spPr>
          </p:pic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670C203-3CAE-91BD-AE09-334D9041C820}"/>
                  </a:ext>
                </a:extLst>
              </p:cNvPr>
              <p:cNvSpPr txBox="1"/>
              <p:nvPr/>
            </p:nvSpPr>
            <p:spPr>
              <a:xfrm>
                <a:off x="8623857" y="3786846"/>
                <a:ext cx="80304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400" dirty="0"/>
                  <a:t>MTP Files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4A2301B-5F93-FB72-4651-EB2AB465DE20}"/>
                </a:ext>
              </a:extLst>
            </p:cNvPr>
            <p:cNvGrpSpPr/>
            <p:nvPr/>
          </p:nvGrpSpPr>
          <p:grpSpPr>
            <a:xfrm>
              <a:off x="4346221" y="4633171"/>
              <a:ext cx="1768283" cy="318536"/>
              <a:chOff x="5521772" y="4381108"/>
              <a:chExt cx="2367937" cy="226915"/>
            </a:xfrm>
          </p:grpSpPr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5877E314-3DA9-6270-9F4A-E70CC05789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1772" y="4608023"/>
                <a:ext cx="2367937" cy="0"/>
              </a:xfrm>
              <a:prstGeom prst="straightConnector1">
                <a:avLst/>
              </a:prstGeom>
              <a:ln w="7620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8029A6C-101F-6882-2A0F-DCFC79423161}"/>
                  </a:ext>
                </a:extLst>
              </p:cNvPr>
              <p:cNvSpPr txBox="1"/>
              <p:nvPr/>
            </p:nvSpPr>
            <p:spPr>
              <a:xfrm>
                <a:off x="5583760" y="4381108"/>
                <a:ext cx="1760820" cy="13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200" dirty="0"/>
                  <a:t>DEXPI to MTP files</a:t>
                </a:r>
              </a:p>
            </p:txBody>
          </p:sp>
        </p:grp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B6A3B511-00E7-32CE-1A08-625C8F5DC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61844" y="3806713"/>
              <a:ext cx="1975794" cy="2109571"/>
            </a:xfrm>
            <a:prstGeom prst="rect">
              <a:avLst/>
            </a:prstGeom>
          </p:spPr>
        </p:pic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C614D88-36B4-04EC-760A-AC6BFCD1AB51}"/>
                </a:ext>
              </a:extLst>
            </p:cNvPr>
            <p:cNvGrpSpPr/>
            <p:nvPr/>
          </p:nvGrpSpPr>
          <p:grpSpPr>
            <a:xfrm>
              <a:off x="8275366" y="4557296"/>
              <a:ext cx="1423590" cy="449713"/>
              <a:chOff x="5521772" y="4381108"/>
              <a:chExt cx="2367937" cy="226915"/>
            </a:xfrm>
          </p:grpSpPr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F147F851-699D-792A-F1C4-09EC9D2CE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1772" y="4608023"/>
                <a:ext cx="2367937" cy="0"/>
              </a:xfrm>
              <a:prstGeom prst="straightConnector1">
                <a:avLst/>
              </a:prstGeom>
              <a:ln w="7620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8B966856-F3EB-3D31-E401-A9437539BF35}"/>
                  </a:ext>
                </a:extLst>
              </p:cNvPr>
              <p:cNvSpPr txBox="1"/>
              <p:nvPr/>
            </p:nvSpPr>
            <p:spPr>
              <a:xfrm>
                <a:off x="5583760" y="4381108"/>
                <a:ext cx="57960" cy="13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200" dirty="0"/>
                  <a:t> </a:t>
                </a:r>
              </a:p>
            </p:txBody>
          </p:sp>
        </p:grp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7F81DCE5-17AD-768E-C4C5-86E9305DC13B}"/>
              </a:ext>
            </a:extLst>
          </p:cNvPr>
          <p:cNvSpPr/>
          <p:nvPr/>
        </p:nvSpPr>
        <p:spPr>
          <a:xfrm>
            <a:off x="860394" y="3490153"/>
            <a:ext cx="11059476" cy="264819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7A3EF47-8039-07E1-B984-CFDB3CC7FC2F}"/>
              </a:ext>
            </a:extLst>
          </p:cNvPr>
          <p:cNvSpPr/>
          <p:nvPr/>
        </p:nvSpPr>
        <p:spPr>
          <a:xfrm>
            <a:off x="860394" y="719654"/>
            <a:ext cx="11059476" cy="264819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00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37E12-28D2-117D-E292-373D4826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in work for Auto generation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5FB98-122C-F6B4-96B1-E4C4492CC5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17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840D-34F0-3AC6-EF1F-EC1A1A77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Generated HMI Screen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D06889-CCB2-6E2D-5EC6-C06793FF6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163" y="1457073"/>
            <a:ext cx="11376025" cy="466775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E78698-D196-DC76-21E6-F60299644F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2023 | Gelvaraju G | ADV D IN HMI RT| 2023-12-13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364111"/>
      </p:ext>
    </p:extLst>
  </p:cSld>
  <p:clrMapOvr>
    <a:masterClrMapping/>
  </p:clrMapOvr>
</p:sld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Siemens Petrol | 0 153 153">
      <a:srgbClr val="009999"/>
    </a:custClr>
    <a:custClr name="Deep Blue | 0 0 40">
      <a:srgbClr val="000028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Light Sand | 243 243 240">
      <a:srgbClr val="F3F3F0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No color">
      <a:srgbClr val="FFFFFF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Presentation2" id="{EBDD0BCD-69E8-4006-B5DF-A2963ADBC848}" vid="{9BAB6013-A8D1-497D-923E-BBB423547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Siemens 2022</vt:lpstr>
      <vt:lpstr>Auto HMI Engineering from DEXPI files </vt:lpstr>
      <vt:lpstr>Agents in work for Auto generation</vt:lpstr>
      <vt:lpstr>Generated HMI Screen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WebES</dc:title>
  <dc:creator>G, Gelvaraju (ADV D AA DASS HMI-RT)</dc:creator>
  <cp:lastModifiedBy>G, Gelvaraju (FT D AA IN DASS HMI-RT WCC-URT1)</cp:lastModifiedBy>
  <cp:revision>6</cp:revision>
  <dcterms:created xsi:type="dcterms:W3CDTF">2022-11-18T12:44:16Z</dcterms:created>
  <dcterms:modified xsi:type="dcterms:W3CDTF">2025-05-21T14:13:35Z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d258917-277f-42cd-a3cd-14c4e9ee58bc_Enabled">
    <vt:lpwstr>true</vt:lpwstr>
  </property>
  <property fmtid="{D5CDD505-2E9C-101B-9397-08002B2CF9AE}" pid="3" name="MSIP_Label_9d258917-277f-42cd-a3cd-14c4e9ee58bc_SetDate">
    <vt:lpwstr>2022-11-18T12:44:16Z</vt:lpwstr>
  </property>
  <property fmtid="{D5CDD505-2E9C-101B-9397-08002B2CF9AE}" pid="4" name="MSIP_Label_9d258917-277f-42cd-a3cd-14c4e9ee58bc_Method">
    <vt:lpwstr>Standard</vt:lpwstr>
  </property>
  <property fmtid="{D5CDD505-2E9C-101B-9397-08002B2CF9AE}" pid="5" name="MSIP_Label_9d258917-277f-42cd-a3cd-14c4e9ee58bc_Name">
    <vt:lpwstr>restricted</vt:lpwstr>
  </property>
  <property fmtid="{D5CDD505-2E9C-101B-9397-08002B2CF9AE}" pid="6" name="MSIP_Label_9d258917-277f-42cd-a3cd-14c4e9ee58bc_SiteId">
    <vt:lpwstr>38ae3bcd-9579-4fd4-adda-b42e1495d55a</vt:lpwstr>
  </property>
  <property fmtid="{D5CDD505-2E9C-101B-9397-08002B2CF9AE}" pid="7" name="MSIP_Label_9d258917-277f-42cd-a3cd-14c4e9ee58bc_ActionId">
    <vt:lpwstr>47715db3-c797-4d9f-97c6-8f8796bbbd9d</vt:lpwstr>
  </property>
  <property fmtid="{D5CDD505-2E9C-101B-9397-08002B2CF9AE}" pid="8" name="MSIP_Label_9d258917-277f-42cd-a3cd-14c4e9ee58bc_ContentBits">
    <vt:lpwstr>0</vt:lpwstr>
  </property>
  <property fmtid="{D5CDD505-2E9C-101B-9397-08002B2CF9AE}" pid="9" name="Document_Confidentiality">
    <vt:lpwstr>Restricted</vt:lpwstr>
  </property>
</Properties>
</file>